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640080"/>
            <a:ext cx="36576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E2E8F0"/>
                </a:solidFill>
                <a:latin typeface="Inter"/>
              </a:rPr>
              <a:t>ИИ Пресс-секретарь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21208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60A5FA"/>
                </a:solidFill>
                <a:latin typeface="Inter"/>
              </a:rPr>
              <a:t>Умный контент для вашего бизнеса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852160"/>
            <a:ext cx="8503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Inter"/>
              </a:rPr>
              <a:t>Сервис, который создаёт контент-план, генерирует посты и картинки для вашего бизнеса и публикует их в Telegram — всё в одном месте.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press.my-dpr.ru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Ведение соцсетей отнимает слишком много времени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ИИ Пресс-секретарь · press.my-dpr.ru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Нужно регулярно публиковать контент, но нет времени и идей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Сложно придумывать посты каждый день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Дорого нанимать копирайтера и дизайнера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Трудно поддерживать единый стиль и медиа-образ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Публикация в Telegram вручную — рутина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ИИ Пресс-секретарь решает эту задачу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ИИ Пресс-секретарь · press.my-dpr.ru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ИИ берёт на себя генерацию контента: посты, картинки, контент-план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Всё в одном личном кабинете — без копирайтера и дизайнера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Контент подстраивается под ваш медиа-образ и стиль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Публикация в Telegram в один клик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Экономия времени и денег</a:t>
            </a:r>
          </a:p>
        </p:txBody>
      </p:sp>
      <p:pic>
        <p:nvPicPr>
          <p:cNvPr id="7" name="Picture 6" descr="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Всё, что нужно для контента — в одном сервисе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ИИ Пресс-секретарь · press.my-dpr.ru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377440"/>
            <a:ext cx="914400" cy="91440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/>
              <a:t>✍️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Inter"/>
              </a:rPr>
              <a:t>Генерация постов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ИИ пишет готовые тексты для вашего бизнеса с учётом вашего медиа-образа и стиля.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2377440"/>
            <a:ext cx="914400" cy="91440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/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474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Inter"/>
              </a:rPr>
              <a:t>Генерация картинок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114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Создавайте иллюстрации к постам автоматически — без дизайнера и фотостока.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2377440"/>
            <a:ext cx="914400" cy="91440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/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474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Inter"/>
              </a:rPr>
              <a:t>Контент-план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14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Планируйте публикации на неделю вперёд и следите за выполнением плана.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2377440"/>
            <a:ext cx="914400" cy="91440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/>
              <a:t>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47472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Inter"/>
              </a:rPr>
              <a:t>Публикация в Telegram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114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Публикуйте посты в свои каналы прямо из личного кабинета.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Уникальный медиа-образ вашего бренда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ИИ Пресс-секретарь · press.my-dpr.ru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60A5FA"/>
                </a:solidFill>
                <a:latin typeface="Inter"/>
              </a:rPr>
              <a:t>•  </a:t>
            </a:r>
            <a:r>
              <a:rPr sz="1800" b="0">
                <a:solidFill>
                  <a:srgbClr val="E2E8F0"/>
                </a:solidFill>
                <a:latin typeface="Inter"/>
              </a:rPr>
              <a:t>Заполните опрос о своём бизнесе — ИИ изучит ваш стиль, миссию, ценности и целевую аудиторию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60A5FA"/>
                </a:solidFill>
                <a:latin typeface="Inter"/>
              </a:rPr>
              <a:t>•  </a:t>
            </a:r>
            <a:r>
              <a:rPr sz="1800" b="0">
                <a:solidFill>
                  <a:srgbClr val="E2E8F0"/>
                </a:solidFill>
                <a:latin typeface="Inter"/>
              </a:rPr>
              <a:t>Сервис формирует медиа-образ (бренд-бук) вашей организации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60A5FA"/>
                </a:solidFill>
                <a:latin typeface="Inter"/>
              </a:rPr>
              <a:t>•  </a:t>
            </a:r>
            <a:r>
              <a:rPr sz="1800" b="0">
                <a:solidFill>
                  <a:srgbClr val="E2E8F0"/>
                </a:solidFill>
                <a:latin typeface="Inter"/>
              </a:rPr>
              <a:t>Все посты генерируются в едином стиле, соответствующем вашему бренду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60A5FA"/>
                </a:solidFill>
                <a:latin typeface="Inter"/>
              </a:rPr>
              <a:t>•  </a:t>
            </a:r>
            <a:r>
              <a:rPr sz="1800" b="0">
                <a:solidFill>
                  <a:srgbClr val="E2E8F0"/>
                </a:solidFill>
                <a:latin typeface="Inter"/>
              </a:rPr>
              <a:t>Поддержка 9 видов бизнеса и различных форматов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60A5FA"/>
                </a:solidFill>
                <a:latin typeface="Inter"/>
              </a:rPr>
              <a:t>•  </a:t>
            </a:r>
            <a:r>
              <a:rPr sz="1800" b="0">
                <a:solidFill>
                  <a:srgbClr val="E2E8F0"/>
                </a:solidFill>
                <a:latin typeface="Inter"/>
              </a:rPr>
              <a:t>Импорт данных из существующих каналов: Telegram, VK, Tenchat, Instagram</a:t>
            </a:r>
          </a:p>
        </p:txBody>
      </p:sp>
      <p:pic>
        <p:nvPicPr>
          <p:cNvPr id="7" name="Picture 6" descr="media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Просто начните — 4 шага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ИИ Пресс-секретарь · press.my-dpr.ru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23774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Inter"/>
              </a:rPr>
              <a:t>Зарегистрируйтесь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Создайте аккаунт в личном кабинете за пару минут.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3774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9184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Inter"/>
              </a:rPr>
              <a:t>Опишите медиа-образ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93192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Расскажите о своём бизнесе — ИИ подстроится под ваш стиль.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0" y="23774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Inter"/>
              </a:rPr>
              <a:t>Генерируйте контент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Создавайте посты, картинки и контент-план автоматически.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01168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0" y="23774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9184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Inter"/>
              </a:rPr>
              <a:t>Публикуйте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931920"/>
            <a:ext cx="2057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Inter"/>
              </a:rPr>
              <a:t>Отправляйте готовые посты в свои Telegram-каналы.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Больше, чем генерация постов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ИИ Пресс-секретарь · press.my-dpr.ru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🤖 Чат с ИИ для редактирования и доработки постов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📊 Статистика и аналитика публикаций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🔗 Подключение нескольких Telegram-каналов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🖼️ Медиа-библиотека и история постов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📱 Адаптивный дизайн — работайте с телефона, планшета или компьютера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60A5FA"/>
                </a:solidFill>
                <a:latin typeface="Inter"/>
              </a:rPr>
              <a:t>•  </a:t>
            </a:r>
            <a:r>
              <a:rPr sz="2000" b="0">
                <a:solidFill>
                  <a:srgbClr val="E2E8F0"/>
                </a:solidFill>
                <a:latin typeface="Inter"/>
              </a:rPr>
              <a:t>📄 Экспорт бренд-бука в документ (DOCX)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Кому подойдёт сервис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ИИ Пресс-секретарь · press.my-dpr.ru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Предпринимателям и владельцам бизнеса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Руководителям организаций и сообществ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Маркетологам и SMM-специалистам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Блогерам и экспертам, ведущим Telegram-каналы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Тем, кто хочет экономить время на контенте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Inter"/>
              </a:rPr>
              <a:t>Почему выбирают ИИ Пресс-секретарь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ИИ Пресс-секретарь · press.my-dpr.ru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⏱️ Экономия времени — контент создаётся за минуты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💰 Экономия бюджета — не нужны копирайтер и дизайнер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🎯 Единый стиль — контент соответствует вашему бренду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📈 Регулярность — контент-план помогает публиковать системно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60A5FA"/>
                </a:solidFill>
                <a:latin typeface="Inter"/>
              </a:rPr>
              <a:t>•  </a:t>
            </a:r>
            <a:r>
              <a:rPr sz="2200" b="0">
                <a:solidFill>
                  <a:srgbClr val="E2E8F0"/>
                </a:solidFill>
                <a:latin typeface="Inter"/>
              </a:rPr>
              <a:t>🔒 Безопасность — данные и аккаунт защищены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41848" y="1097280"/>
            <a:ext cx="914400" cy="91440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/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E2E8F0"/>
                </a:solidFill>
                <a:latin typeface="Inter"/>
              </a:rPr>
              <a:t>Готовы начать?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Inter"/>
              </a:rPr>
              <a:t>Зарегистрируйтесь и получите доступ к личному кабинету.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3048" y="4206240"/>
            <a:ext cx="2286000" cy="594360"/>
          </a:xfrm>
          <a:prstGeom prst="roundRect">
            <a:avLst>
              <a:gd name="adj" fmla="val 6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Зарегистрироваться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4206240"/>
            <a:ext cx="2103120" cy="5943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60A5FA"/>
                </a:solidFill>
                <a:latin typeface="Inter"/>
              </a:rPr>
              <a:t>Войти в кабинет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0A5FA"/>
                </a:solidFill>
                <a:latin typeface="Inter"/>
              </a:rPr>
              <a:t>press.my-dpr.ru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